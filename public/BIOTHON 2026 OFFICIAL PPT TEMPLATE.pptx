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0861-B87D-A609-D9AE-FC8693BDD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B5E5A-FB68-5C20-B17F-4AC0CA46E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91927-AD2E-C1D8-152E-26CE5BCE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2E4DD-7E3B-45E2-EC55-FC8C0182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92ED-53F6-836A-62E4-AFCBE33C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0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279E-22F2-06EB-B720-AB559F3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2214-4F4B-4DF4-D548-C9CCA7F2A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B9B7-18C4-35DF-ECB6-7BA84192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59368-04BC-4CBE-2F21-D1FA9F22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9AEBA-7FC8-1B2E-FD73-174C4376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5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8BC3-9412-2122-AD7C-47B9D5C5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F85A0-7EA2-84C9-E354-B3FB8B4F3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C1CAC-73C6-ABC9-D88B-6120A89B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31C29-89E7-6A3B-7E44-28700A77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90CB7-E3D4-EB51-8A38-74985A5D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76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C611-3875-56AA-983E-1E5252CB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BFEA1-7A1E-7A7E-264E-45C70E0EA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70670-C239-0766-6AFE-12273D984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77126-0675-602B-3677-5C907606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A700E-F180-473F-B5A2-5EEB78A9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2C307-8F76-5921-B6E4-BA8CDF7E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7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1BB8-C75C-4653-672D-F8E7C44C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6AFD-3F7F-042C-EF36-C296AB9F5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FF3C8-C35F-D4C2-6A06-747595A1C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838C9-18F0-9BE9-3D7E-5CAE7D92A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9FB4D-68A1-C482-EAC6-FE921E749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52502-4BF6-BA63-2EA3-02FF747F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233F0-9039-B08F-EF73-62199B09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CB376-096C-5C51-E829-1FE55F02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32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96A5-D687-11D3-FCA4-C8BFCC85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4CF3F-7938-DA73-59A6-5B3F6C4F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DE698-9CCF-29E7-9032-5ED570C2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1673E-FFE0-C9DF-06D6-3838C8B2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49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71383-B9EB-EFD6-6B77-6941E28E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19FF6-B8D1-31C4-9BEC-1E562369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81A6A-4B3F-7E96-81E5-B0882A22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8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477A2-60CB-4E91-A50A-87AFF2F9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2FCF0-E210-C557-9A9A-84DC82F8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0B48A-594B-D965-0894-325790940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FA35F-C1EB-8AE1-8EF4-DB09F4DD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65F1C-A718-A6FB-1E7D-A31B0C85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15789-B334-31E7-B2D2-C8350EA5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52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2517-6C63-0BBE-A569-8AB3FE18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446C9-22FB-5579-C8CE-1D1723215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641FA-1F93-CB46-CE5E-0E50D0799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FDA0D-ACFC-DA34-3F69-820D9EBC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7A0F3-55C2-E048-160F-72F2941B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527F7-5DBF-14C4-3E7B-0FC753BB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4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367F-EFEA-7749-76AE-2D3736E8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E47E0-ACE0-4D23-7106-57AD9DB4A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97E8D-9295-EDF1-B3BD-B65EA09B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D001F-58CF-FBAD-F7E1-6F6B558CE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7AF70-8DB3-2DEA-BFD6-019BA0D1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88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4AE89-DCEF-0195-1CCC-B4ADA852D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0C12A-3FD2-20E7-96A2-C55DE0997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AED95-56D5-4323-8AAC-14DF8C86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5B9DF-CC80-B9FF-62FB-9CB984F3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8A2B-1185-7652-677D-CF4AC36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64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B6C08-5054-BC93-C664-7942D312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EFC3B-3063-FBAA-5048-B4F28D12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FFC53-4A3B-0B51-A463-F1AE6EA62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2576F-FE67-4227-898B-C80133E3AE3E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6AD3B-2AF8-BBE8-0A83-3EA62D499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FAA5E-E194-BFD1-938A-D23730B4F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87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A5C59-655B-610A-FAF8-AF063F0AC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38" y="1447973"/>
            <a:ext cx="9321955" cy="2325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C35AED-DA0F-442F-0453-F5841089A30F}"/>
              </a:ext>
            </a:extLst>
          </p:cNvPr>
          <p:cNvSpPr txBox="1"/>
          <p:nvPr/>
        </p:nvSpPr>
        <p:spPr>
          <a:xfrm>
            <a:off x="3549931" y="3881284"/>
            <a:ext cx="7157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PROJECT IDEA SUBMISSION PPT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4780F9-EC7E-27E7-9230-AC7C32289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2" y="107769"/>
            <a:ext cx="12023995" cy="108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4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FEEF1-84D9-026A-19AC-AA630C05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542" y="322825"/>
            <a:ext cx="4195916" cy="71642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GUIDELINES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63C9A5-0117-BF66-54B0-237B9553D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81472"/>
              </p:ext>
            </p:extLst>
          </p:nvPr>
        </p:nvGraphicFramePr>
        <p:xfrm>
          <a:off x="1032387" y="1579554"/>
          <a:ext cx="10510684" cy="4509985"/>
        </p:xfrm>
        <a:graphic>
          <a:graphicData uri="http://schemas.openxmlformats.org/drawingml/2006/table">
            <a:tbl>
              <a:tblPr/>
              <a:tblGrid>
                <a:gridCol w="5245510">
                  <a:extLst>
                    <a:ext uri="{9D8B030D-6E8A-4147-A177-3AD203B41FA5}">
                      <a16:colId xmlns:a16="http://schemas.microsoft.com/office/drawing/2014/main" val="920049282"/>
                    </a:ext>
                  </a:extLst>
                </a:gridCol>
                <a:gridCol w="5265174">
                  <a:extLst>
                    <a:ext uri="{9D8B030D-6E8A-4147-A177-3AD203B41FA5}">
                      <a16:colId xmlns:a16="http://schemas.microsoft.com/office/drawing/2014/main" val="2676056536"/>
                    </a:ext>
                  </a:extLst>
                </a:gridCol>
              </a:tblGrid>
              <a:tr h="34193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❌ </a:t>
                      </a:r>
                      <a:r>
                        <a:rPr lang="en-IN" sz="1600" b="1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FORBIDDEN</a:t>
                      </a:r>
                      <a:endParaRPr lang="en-IN" sz="1600" b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✅ </a:t>
                      </a:r>
                      <a:r>
                        <a:rPr lang="en-IN" sz="1600" b="1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ALLOWED</a:t>
                      </a:r>
                      <a:endParaRPr lang="en-IN" sz="1600" b="0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105888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141493"/>
                  </a:ext>
                </a:extLst>
              </a:tr>
              <a:tr h="5515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Using AI to generate or modify content</a:t>
                      </a: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Writing everything manually by your team</a:t>
                      </a:r>
                    </a:p>
                  </a:txBody>
                  <a:tcPr marL="105888" marR="79416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409674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Changing slide order / layout / fonts / colors</a:t>
                      </a: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Editing only </a:t>
                      </a: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Menlo"/>
                        </a:rPr>
                        <a:t>[placeholders]</a:t>
                      </a: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 and text fields</a:t>
                      </a:r>
                    </a:p>
                  </a:txBody>
                  <a:tcPr marL="105888" marR="79416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881147"/>
                  </a:ext>
                </a:extLst>
              </a:tr>
              <a:tr h="5515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Adding animations, transitions, or videos</a:t>
                      </a: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Don’t use bold of italics fronts</a:t>
                      </a:r>
                    </a:p>
                  </a:txBody>
                  <a:tcPr marL="105888" marR="79416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49609"/>
                  </a:ext>
                </a:extLst>
              </a:tr>
              <a:tr h="5515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Inserting extra slides or deleting any</a:t>
                      </a: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Keeping all slides exactly as given</a:t>
                      </a:r>
                    </a:p>
                  </a:txBody>
                  <a:tcPr marL="105888" marR="79416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2398"/>
                  </a:ext>
                </a:extLst>
              </a:tr>
              <a:tr h="5515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Overflowing text beyond space limits</a:t>
                      </a: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Writing concisely within the allotted area ( minor size adjustments allowed )</a:t>
                      </a:r>
                    </a:p>
                  </a:txBody>
                  <a:tcPr marL="105888" marR="79416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114154"/>
                  </a:ext>
                </a:extLst>
              </a:tr>
              <a:tr h="5515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Embedding QR codes or hyperlinks inside body</a:t>
                      </a: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B050"/>
                          </a:solidFill>
                          <a:effectLst/>
                          <a:latin typeface="quote-cjk-patch"/>
                        </a:rPr>
                        <a:t>ONLY BLACK COLOUR TEXTS ARE ALLOWED FOR MODIFICATIONS &amp;  ADDING YOUR CONTENTS</a:t>
                      </a:r>
                    </a:p>
                  </a:txBody>
                  <a:tcPr marL="105888" marR="79416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744431"/>
                  </a:ext>
                </a:extLst>
              </a:tr>
              <a:tr h="5515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solidFill>
                            <a:srgbClr val="FF0000"/>
                          </a:solidFill>
                          <a:effectLst/>
                          <a:latin typeface="quote-cjk-patch"/>
                        </a:rPr>
                        <a:t>Fake metrics or vague claims</a:t>
                      </a:r>
                    </a:p>
                  </a:txBody>
                  <a:tcPr marL="79416" marR="105888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600" b="0" dirty="0">
                        <a:solidFill>
                          <a:srgbClr val="00B050"/>
                        </a:solidFill>
                        <a:effectLst/>
                        <a:latin typeface="quote-cjk-patch"/>
                      </a:endParaRPr>
                    </a:p>
                  </a:txBody>
                  <a:tcPr marL="105888" marR="79416" marT="66180" marB="661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97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91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EAC7-F9C4-146D-D3C6-E92EABC3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319" y="227474"/>
            <a:ext cx="6221361" cy="78524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TEAM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850BA-A590-A33C-549C-619660E44B73}"/>
              </a:ext>
            </a:extLst>
          </p:cNvPr>
          <p:cNvSpPr txBox="1"/>
          <p:nvPr/>
        </p:nvSpPr>
        <p:spPr>
          <a:xfrm>
            <a:off x="838200" y="1848465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TEAM LEAD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8FCBB-68A1-0E26-A6AF-DDEE9A64F363}"/>
              </a:ext>
            </a:extLst>
          </p:cNvPr>
          <p:cNvSpPr txBox="1"/>
          <p:nvPr/>
        </p:nvSpPr>
        <p:spPr>
          <a:xfrm>
            <a:off x="3378610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MEMBER-2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F2061-398B-527D-D15E-592EEF6E3D72}"/>
              </a:ext>
            </a:extLst>
          </p:cNvPr>
          <p:cNvSpPr txBox="1"/>
          <p:nvPr/>
        </p:nvSpPr>
        <p:spPr>
          <a:xfrm>
            <a:off x="5919020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MEMBER-3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A5EEB-C32F-2C5D-6811-55EE62A64BFE}"/>
              </a:ext>
            </a:extLst>
          </p:cNvPr>
          <p:cNvSpPr txBox="1"/>
          <p:nvPr/>
        </p:nvSpPr>
        <p:spPr>
          <a:xfrm>
            <a:off x="8492613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MEMBER-4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ADC54-D699-35E8-9F2B-776FD740D119}"/>
              </a:ext>
            </a:extLst>
          </p:cNvPr>
          <p:cNvSpPr txBox="1"/>
          <p:nvPr/>
        </p:nvSpPr>
        <p:spPr>
          <a:xfrm>
            <a:off x="3726426" y="1061261"/>
            <a:ext cx="438518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380094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64E5D-CBBD-B459-1395-F1AF3C08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PROBLEM STATEMENTS UNDERSTANDING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3DB6A-2AF8-93FB-0555-E7516B12C349}"/>
              </a:ext>
            </a:extLst>
          </p:cNvPr>
          <p:cNvSpPr txBox="1"/>
          <p:nvPr/>
        </p:nvSpPr>
        <p:spPr>
          <a:xfrm>
            <a:off x="776748" y="1660732"/>
            <a:ext cx="10638504" cy="50783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DESCRIBE YOUR DOMAIN AND EXPLAIN YOUR UNDERSTANDING OF THE PROBLEM STATEMENT YOU HAVE CHOSEN IN 4 TO 5 LINES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60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B5FB-CF02-D02C-C4FA-80A3C268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660923" cy="6377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C7E03-1C20-7703-5B12-4C5088A01283}"/>
              </a:ext>
            </a:extLst>
          </p:cNvPr>
          <p:cNvSpPr txBox="1"/>
          <p:nvPr/>
        </p:nvSpPr>
        <p:spPr>
          <a:xfrm>
            <a:off x="4599038" y="1127738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 / Product Name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430F5-FD2F-9764-665A-029A06C068F0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YOUR SOLUTION IN DETAILS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96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E42D-5DBB-6750-A732-6A65F733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3260-3948-EEE6-D95C-9EB71DB2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970639" cy="6377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FEATURES EXPLAIN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BB76C-0127-9FF2-664B-4EF14B319F9C}"/>
              </a:ext>
            </a:extLst>
          </p:cNvPr>
          <p:cNvSpPr txBox="1"/>
          <p:nvPr/>
        </p:nvSpPr>
        <p:spPr>
          <a:xfrm>
            <a:off x="4304070" y="1167067"/>
            <a:ext cx="422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 TO 4 FEATURES OF YOUR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4395D-51E1-98F0-EAAD-C401E1C5C68E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3 TO 4 FEATURES OF YOUR SOLUTION IN DETAILS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70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6A00-601C-2C4B-599B-C59C13BB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4029-4015-EA23-4110-A5CF6F87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970639" cy="6377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52565-8923-FA50-9266-38A99B632870}"/>
              </a:ext>
            </a:extLst>
          </p:cNvPr>
          <p:cNvSpPr txBox="1"/>
          <p:nvPr/>
        </p:nvSpPr>
        <p:spPr>
          <a:xfrm>
            <a:off x="4304070" y="1167067"/>
            <a:ext cx="422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solution stand out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7D2A70-784E-5DE4-5A6B-83BB6EAD9C6C}"/>
              </a:ext>
            </a:extLst>
          </p:cNvPr>
          <p:cNvSpPr txBox="1"/>
          <p:nvPr/>
        </p:nvSpPr>
        <p:spPr>
          <a:xfrm>
            <a:off x="825911" y="1897627"/>
            <a:ext cx="4220498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CURRENT EXISTING SOLUTION IF EXIST </a:t>
            </a:r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EXPLAIN THEM</a:t>
            </a:r>
          </a:p>
          <a:p>
            <a:pPr algn="ctr"/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1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2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3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Gap that remains unaddressed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8E55B-2E75-A463-4D26-D1B84F27CB48}"/>
              </a:ext>
            </a:extLst>
          </p:cNvPr>
          <p:cNvSpPr txBox="1"/>
          <p:nvPr/>
        </p:nvSpPr>
        <p:spPr>
          <a:xfrm>
            <a:off x="6414318" y="1897627"/>
            <a:ext cx="4220498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YOUR IDEATION/INNOVATION EXPLAIN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Novel approach / technique we use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 2 over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 3 — speed / cost / accuracy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we bridge the existing gap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15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EB6E-69D2-2E34-953D-FAFBA349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6CB5-E277-D6C2-8B26-2728876B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METHODOLOGY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151EC-F05A-31C6-09EC-969687665EC7}"/>
              </a:ext>
            </a:extLst>
          </p:cNvPr>
          <p:cNvSpPr txBox="1"/>
          <p:nvPr/>
        </p:nvSpPr>
        <p:spPr>
          <a:xfrm>
            <a:off x="3704302" y="1017017"/>
            <a:ext cx="594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Detailed Workflow - Explain how your solution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BF8EA-004A-8E56-3BF4-E24686983E2E}"/>
              </a:ext>
            </a:extLst>
          </p:cNvPr>
          <p:cNvSpPr txBox="1"/>
          <p:nvPr/>
        </p:nvSpPr>
        <p:spPr>
          <a:xfrm>
            <a:off x="663677" y="1700982"/>
            <a:ext cx="10864645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/>
              <a:t>EXPLAIN IN DETAILS STEP BY STEP</a:t>
            </a:r>
          </a:p>
          <a:p>
            <a:pPr algn="ctr"/>
            <a:endParaRPr lang="en-IN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 data source / input method and format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processing pipeline, algorithms or AI models used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output is generated and what decisions are made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the end-user interacts with the system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054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1062-D88B-D8BA-5FB9-B844DC38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09E2-08CC-BFEA-4391-979AF41A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12FB9-39B7-4BCB-EB21-CF57D1C96498}"/>
              </a:ext>
            </a:extLst>
          </p:cNvPr>
          <p:cNvSpPr txBox="1"/>
          <p:nvPr/>
        </p:nvSpPr>
        <p:spPr>
          <a:xfrm>
            <a:off x="3365087" y="1053235"/>
            <a:ext cx="656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frameworks and infrastructure you have used list them 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DAC10C-D56F-707D-CF59-3B55E68A1152}"/>
              </a:ext>
            </a:extLst>
          </p:cNvPr>
          <p:cNvSpPr txBox="1"/>
          <p:nvPr/>
        </p:nvSpPr>
        <p:spPr>
          <a:xfrm>
            <a:off x="806245" y="1632155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FRONTEND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React / Flutter / HTML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Tailwind CSS / Material UI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Figma (UI Design)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18821-00B5-446F-76D6-6278F15BE0F6}"/>
              </a:ext>
            </a:extLst>
          </p:cNvPr>
          <p:cNvSpPr txBox="1"/>
          <p:nvPr/>
        </p:nvSpPr>
        <p:spPr>
          <a:xfrm>
            <a:off x="4402392" y="1632155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BACKEND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Node.js / Django / </a:t>
            </a:r>
            <a:r>
              <a:rPr lang="en-US" dirty="0" err="1"/>
              <a:t>FastAPI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REST API / </a:t>
            </a:r>
            <a:r>
              <a:rPr lang="en-US" dirty="0" err="1"/>
              <a:t>GraphQL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Authentication: JWT / OAuth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22BF6-19C9-420D-30AE-06015F5D1763}"/>
              </a:ext>
            </a:extLst>
          </p:cNvPr>
          <p:cNvSpPr txBox="1"/>
          <p:nvPr/>
        </p:nvSpPr>
        <p:spPr>
          <a:xfrm>
            <a:off x="7988705" y="1649361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AI/ML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Python / TensorFlow / </a:t>
            </a:r>
            <a:r>
              <a:rPr lang="en-US" dirty="0" err="1"/>
              <a:t>PyTorch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Scikit-learn / OpenCV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LLM / RAG / Fine-tuning</a:t>
            </a:r>
          </a:p>
          <a:p>
            <a:pPr>
              <a:buSzPct val="100000"/>
            </a:pPr>
            <a:endParaRPr lang="en-US" dirty="0"/>
          </a:p>
          <a:p>
            <a:pPr>
              <a:buSzPct val="100000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693A5-ACB9-E227-0A49-BD09D6D9249C}"/>
              </a:ext>
            </a:extLst>
          </p:cNvPr>
          <p:cNvSpPr txBox="1"/>
          <p:nvPr/>
        </p:nvSpPr>
        <p:spPr>
          <a:xfrm>
            <a:off x="8037865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OTHERS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CE915-C417-BF7D-3054-A790A8B42C3C}"/>
              </a:ext>
            </a:extLst>
          </p:cNvPr>
          <p:cNvSpPr txBox="1"/>
          <p:nvPr/>
        </p:nvSpPr>
        <p:spPr>
          <a:xfrm>
            <a:off x="4402392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CLOUD/IoT</a:t>
            </a:r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8CAB6-3576-FB5D-68B0-2A813D054E3A}"/>
              </a:ext>
            </a:extLst>
          </p:cNvPr>
          <p:cNvSpPr txBox="1"/>
          <p:nvPr/>
        </p:nvSpPr>
        <p:spPr>
          <a:xfrm>
            <a:off x="841886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DATABASE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MongoDB / PostgreSQL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Firebase / </a:t>
            </a:r>
            <a:r>
              <a:rPr lang="en-US" dirty="0" err="1"/>
              <a:t>Supabase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Redis (caching)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8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92CD-45CD-B560-7E02-470826A9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E058-537C-7FB6-744F-96691A25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REAL-WORLD USE CASES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39BD7-99D9-244D-2D7B-479FBB0A5B5E}"/>
              </a:ext>
            </a:extLst>
          </p:cNvPr>
          <p:cNvSpPr txBox="1"/>
          <p:nvPr/>
        </p:nvSpPr>
        <p:spPr>
          <a:xfrm>
            <a:off x="3125427" y="1002034"/>
            <a:ext cx="594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C938C-7F6B-8AD9-CCC3-8350A4DC50F5}"/>
              </a:ext>
            </a:extLst>
          </p:cNvPr>
          <p:cNvSpPr txBox="1"/>
          <p:nvPr/>
        </p:nvSpPr>
        <p:spPr>
          <a:xfrm>
            <a:off x="663677" y="1700981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PRIMARY USE CASE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the main target user group and how they directly benefit from this solution in their daily workflow or life.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54548-B3E3-AB7D-2056-E7320472E968}"/>
              </a:ext>
            </a:extLst>
          </p:cNvPr>
          <p:cNvSpPr txBox="1"/>
          <p:nvPr/>
        </p:nvSpPr>
        <p:spPr>
          <a:xfrm>
            <a:off x="4446636" y="1700980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SECONDARY USE CASE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a secondary beneficiary group could be government, hospitals, farmers, students and their specific benefit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EE4BC-E9A9-2317-F5C5-98037C54FC79}"/>
              </a:ext>
            </a:extLst>
          </p:cNvPr>
          <p:cNvSpPr txBox="1"/>
          <p:nvPr/>
        </p:nvSpPr>
        <p:spPr>
          <a:xfrm>
            <a:off x="8224682" y="1700980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SCALE/REACH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the potential geographic or demographic reach districts, states, nationally or globally deployable.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766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78D4-B7B1-11AA-CB24-E000DF9B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61313-4458-5F6A-1CC9-74B886F0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6481916" cy="6377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BUSINESS &amp; FUTURE PLAN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E43D9-7405-5EA6-56AC-E5FC05D9A54E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IN DETAILS BUSINESS POSSIBLITIES OF YOUR SOLUTIONS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03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8BE0-1D0A-BAE8-99A9-EC7E908D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C5D293-2AED-4ABB-F667-C88B5D8FC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80" y="1546877"/>
            <a:ext cx="8639485" cy="2154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472DCB-636D-92E7-403B-440A406A007C}"/>
              </a:ext>
            </a:extLst>
          </p:cNvPr>
          <p:cNvSpPr txBox="1"/>
          <p:nvPr/>
        </p:nvSpPr>
        <p:spPr>
          <a:xfrm>
            <a:off x="2280598" y="3605187"/>
            <a:ext cx="8210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rgbClr val="00B050"/>
                </a:solidFill>
              </a:rPr>
              <a:t>THANK</a:t>
            </a:r>
            <a:r>
              <a:rPr lang="en-IN" sz="7200" b="1" dirty="0"/>
              <a:t> </a:t>
            </a:r>
            <a:r>
              <a:rPr lang="en-IN" sz="7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EF9306-8110-DFDF-D461-12393ACE1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2" y="107769"/>
            <a:ext cx="12023995" cy="108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6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468</Words>
  <Application>Microsoft Office PowerPoint</Application>
  <PresentationFormat>Widescreen</PresentationFormat>
  <Paragraphs>243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Menlo</vt:lpstr>
      <vt:lpstr>quote-cjk-patch</vt:lpstr>
      <vt:lpstr>Office Theme</vt:lpstr>
      <vt:lpstr>PowerPoint Presentation</vt:lpstr>
      <vt:lpstr>GUIDELINES</vt:lpstr>
      <vt:lpstr>TEAM INTRODUCTION</vt:lpstr>
      <vt:lpstr>PROBLEM STATEMENTS UNDERSTANDING</vt:lpstr>
      <vt:lpstr> SOLUTION PROPOSED So</vt:lpstr>
      <vt:lpstr>CORE FEATURES EXPLAIN</vt:lpstr>
      <vt:lpstr>INNOVATION &amp; NOVELTY</vt:lpstr>
      <vt:lpstr>SOLUTION ARCHITECTURE &amp; METHODOLOGY</vt:lpstr>
      <vt:lpstr>TECHNOLOGY STACK</vt:lpstr>
      <vt:lpstr>IMPACT &amp; REAL-WORLD USE CASES</vt:lpstr>
      <vt:lpstr>BUSINESS &amp; FUTURE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samim mondal</dc:creator>
  <cp:lastModifiedBy>samim mondal</cp:lastModifiedBy>
  <cp:revision>1</cp:revision>
  <dcterms:created xsi:type="dcterms:W3CDTF">2026-05-22T19:59:33Z</dcterms:created>
  <dcterms:modified xsi:type="dcterms:W3CDTF">2026-05-22T21:27:16Z</dcterms:modified>
</cp:coreProperties>
</file>